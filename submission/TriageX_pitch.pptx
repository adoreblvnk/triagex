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Medium" panose="020B0604020202020204" charset="0"/>
      <p:regular r:id="rId20"/>
      <p:bold r:id="rId21"/>
      <p:italic r:id="rId22"/>
      <p:boldItalic r:id="rId23"/>
    </p:embeddedFont>
    <p:embeddedFont>
      <p:font typeface="Urbanist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20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60cfcf1ca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60cfcf1ca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60cfcf1ca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60cfcf1ca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60cfcf1ca_0_9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60cfcf1ca_0_9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60cfcf1ca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60cfcf1ca_0_1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tech stack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60cfcf1ca_0_1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a60cfcf1ca_0_1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60cfcf1ca_0_10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a60cfcf1ca_0_10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60cfcf1ca_0_1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60cfcf1ca_0_1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60cfcf1ca_0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60cfcf1ca_0_1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60cfcf1ca_0_1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60cfcf1ca_0_1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60cfcf1ca_0_1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60cfcf1ca_0_1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f8a8b50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f8a8b50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f8a8b50f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f8a8b50f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l="3133" t="16785" r="7834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6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8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8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8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9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49" name="Google Shape;149;p20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" name="Google Shape;158;p20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1" name="Google Shape;161;p20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6" name="Google Shape;186;p22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0" name="Google Shape;190;p22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4" name="Google Shape;194;p22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98" name="Google Shape;198;p22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3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0" t="34" r="25038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7" name="Google Shape;207;p23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219" name="Google Shape;219;p24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5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25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2" name="Google Shape;232;p25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0" name="Google Shape;240;p25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6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0" name="Google Shape;250;p26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6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1" name="Google Shape;261;p26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2" name="Google Shape;262;p26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26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4" name="Google Shape;264;p26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27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2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28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97" name="Google Shape;297;p28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28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9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14" name="Google Shape;314;p29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9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9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5" name="Google Shape;325;p29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29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29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8" name="Google Shape;328;p29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29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35" name="Google Shape;335;p30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37" name="Google Shape;337;p30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38" name="Google Shape;338;p30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9" name="Google Shape;339;p30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40" name="Google Shape;340;p3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30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6" name="Google Shape;346;p30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8" name="Google Shape;348;p30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49" name="Google Shape;349;p30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1" name="Google Shape;351;p30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2" name="Google Shape;352;p30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53" name="Google Shape;353;p30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4" name="Google Shape;354;p30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30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30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30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31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31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2" name="Google Shape;372;p31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73" name="Google Shape;373;p31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1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6" name="Google Shape;376;p31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77" name="Google Shape;377;p31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0" name="Google Shape;380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4" name="Google Shape;394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0" name="Google Shape;400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4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0" name="Google Shape;410;p4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1" name="Google Shape;411;p4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2" name="Google Shape;412;p4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3" name="Google Shape;413;p4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4" name="Google Shape;414;p4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4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4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4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4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4" name="Google Shape;424;p4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7" name="Google Shape;427;p4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4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4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4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2" name="Google Shape;432;p4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4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6" name="Google Shape;436;p4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4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4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0" name="Google Shape;440;p4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1" name="Google Shape;441;p4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2" name="Google Shape;442;p4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8" name="Google Shape;448;p4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1" name="Google Shape;45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3" name="Google Shape;453;p4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6" name="Google Shape;456;p5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5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1" name="Google Shape;46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5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3" name="Google Shape;463;p5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4" name="Google Shape;464;p5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oreblvnk" TargetMode="External"/><Relationship Id="rId7" Type="http://schemas.openxmlformats.org/officeDocument/2006/relationships/hyperlink" Target="https://triagex.vercel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github.com/adoreblvnk/triageX" TargetMode="External"/><Relationship Id="rId5" Type="http://schemas.openxmlformats.org/officeDocument/2006/relationships/hyperlink" Target="https://github.com/zayn3lee" TargetMode="External"/><Relationship Id="rId4" Type="http://schemas.openxmlformats.org/officeDocument/2006/relationships/hyperlink" Target="https://github.com/driedwat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a.gov.sg/how-we-can-help/national-speech-corpu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4" Type="http://schemas.openxmlformats.org/officeDocument/2006/relationships/hyperlink" Target="https://arxiv.org/abs/2410.16543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Multi-agent voice-first triage system for Smart Nation Singapore</a:t>
            </a:r>
            <a:endParaRPr/>
          </a:p>
        </p:txBody>
      </p:sp>
      <p:sp>
        <p:nvSpPr>
          <p:cNvPr id="483" name="Google Shape;483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TriageX</a:t>
            </a:r>
            <a:endParaRPr/>
          </a:p>
        </p:txBody>
      </p:sp>
      <p:sp>
        <p:nvSpPr>
          <p:cNvPr id="484" name="Google Shape;484;p53"/>
          <p:cNvSpPr txBox="1"/>
          <p:nvPr/>
        </p:nvSpPr>
        <p:spPr>
          <a:xfrm>
            <a:off x="983700" y="3897325"/>
            <a:ext cx="717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Team Participation Mark | HackRift 2025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54" title="polyclinic_round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400" y="573423"/>
            <a:ext cx="6994149" cy="3996651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4"/>
          <p:cNvSpPr/>
          <p:nvPr/>
        </p:nvSpPr>
        <p:spPr>
          <a:xfrm>
            <a:off x="3357450" y="2478850"/>
            <a:ext cx="2523000" cy="695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1" name="Google Shape;491;p54"/>
          <p:cNvSpPr/>
          <p:nvPr/>
        </p:nvSpPr>
        <p:spPr>
          <a:xfrm>
            <a:off x="6212275" y="1377675"/>
            <a:ext cx="2899800" cy="472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2" name="Google Shape;492;p54"/>
          <p:cNvSpPr/>
          <p:nvPr/>
        </p:nvSpPr>
        <p:spPr>
          <a:xfrm>
            <a:off x="6253575" y="2385200"/>
            <a:ext cx="2790000" cy="5997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3" name="Google Shape;493;p54"/>
          <p:cNvSpPr/>
          <p:nvPr/>
        </p:nvSpPr>
        <p:spPr>
          <a:xfrm>
            <a:off x="228600" y="2478850"/>
            <a:ext cx="2364600" cy="904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4" name="Google Shape;494;p54"/>
          <p:cNvSpPr/>
          <p:nvPr/>
        </p:nvSpPr>
        <p:spPr>
          <a:xfrm>
            <a:off x="70350" y="1408000"/>
            <a:ext cx="2192100" cy="695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5" name="Google Shape;495;p5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561184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Fragmentation</a:t>
            </a:r>
            <a:endParaRPr dirty="0"/>
          </a:p>
        </p:txBody>
      </p:sp>
      <p:sp>
        <p:nvSpPr>
          <p:cNvPr id="496" name="Google Shape;496;p5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Average wait times </a:t>
            </a:r>
            <a:r>
              <a:rPr lang="en" b="1"/>
              <a:t>exceed 3 hours</a:t>
            </a:r>
            <a:r>
              <a:rPr lang="en"/>
              <a:t>. An aging population is straining our finite healthcare resources</a:t>
            </a:r>
            <a:endParaRPr/>
          </a:p>
        </p:txBody>
      </p:sp>
      <p:sp>
        <p:nvSpPr>
          <p:cNvPr id="497" name="Google Shape;497;p5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Highly trained nurses spend 1000s of hours on manual data entry instead of patient care</a:t>
            </a:r>
            <a:endParaRPr/>
          </a:p>
        </p:txBody>
      </p:sp>
      <p:sp>
        <p:nvSpPr>
          <p:cNvPr id="498" name="Google Shape;498;p54"/>
          <p:cNvSpPr/>
          <p:nvPr/>
        </p:nvSpPr>
        <p:spPr>
          <a:xfrm>
            <a:off x="228600" y="511675"/>
            <a:ext cx="4423800" cy="634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5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"3-Hour" Bottleneck</a:t>
            </a:r>
            <a:endParaRPr/>
          </a:p>
        </p:txBody>
      </p:sp>
      <p:sp>
        <p:nvSpPr>
          <p:cNvPr id="500" name="Google Shape;500;p5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Overwhelmed Polyclinics</a:t>
            </a:r>
            <a:endParaRPr/>
          </a:p>
        </p:txBody>
      </p:sp>
      <p:sp>
        <p:nvSpPr>
          <p:cNvPr id="501" name="Google Shape;501;p54"/>
          <p:cNvSpPr/>
          <p:nvPr/>
        </p:nvSpPr>
        <p:spPr>
          <a:xfrm>
            <a:off x="3401363" y="1377675"/>
            <a:ext cx="1813800" cy="409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2" name="Google Shape;502;p5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Drain</a:t>
            </a:r>
            <a:endParaRPr/>
          </a:p>
        </p:txBody>
      </p:sp>
      <p:sp>
        <p:nvSpPr>
          <p:cNvPr id="503" name="Google Shape;503;p5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Doctors lack </a:t>
            </a:r>
            <a:r>
              <a:rPr lang="en" b="1"/>
              <a:t>immediate</a:t>
            </a:r>
            <a:r>
              <a:rPr lang="en"/>
              <a:t> context until consultation actually begins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5" title="home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095" y="1138050"/>
            <a:ext cx="6536229" cy="354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TriageX</a:t>
            </a:r>
            <a:endParaRPr/>
          </a:p>
        </p:txBody>
      </p:sp>
      <p:sp>
        <p:nvSpPr>
          <p:cNvPr id="510" name="Google Shape;510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615300" cy="25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An autonomous, voice-first kiosk that interviews patients </a:t>
            </a:r>
            <a:r>
              <a:rPr lang="en" i="1"/>
              <a:t>while</a:t>
            </a:r>
            <a:r>
              <a:rPr lang="en"/>
              <a:t> they wait.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Accessible:</a:t>
            </a:r>
            <a:r>
              <a:rPr lang="en"/>
              <a:t> No typing required, just speak naturally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/>
              <a:t>Integrated:</a:t>
            </a:r>
            <a:r>
              <a:rPr lang="en"/>
              <a:t> Simulates NRIC scanning to pull FHIR (Fast Healthcare Interoperability Resources) medical records instantly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56" title="Screenshot 2025-12-10 at 20-38-23 Triag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8200"/>
            <a:ext cx="8839196" cy="438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3 models are safer than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Models used: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Gemini 2.5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GPT-OSS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Llama 4</a:t>
            </a:r>
            <a:endParaRPr sz="2000"/>
          </a:p>
        </p:txBody>
      </p:sp>
      <p:pic>
        <p:nvPicPr>
          <p:cNvPr id="521" name="Google Shape;521;p57" title="carbon1_round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100" y="2235825"/>
            <a:ext cx="4723299" cy="23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58" title="results-ticket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225" y="-12"/>
            <a:ext cx="2620650" cy="34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Journey</a:t>
            </a:r>
            <a:endParaRPr/>
          </a:p>
        </p:txBody>
      </p:sp>
      <p:sp>
        <p:nvSpPr>
          <p:cNvPr id="528" name="Google Shape;528;p5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Retrieval</a:t>
            </a:r>
            <a:endParaRPr/>
          </a:p>
        </p:txBody>
      </p:sp>
      <p:sp>
        <p:nvSpPr>
          <p:cNvPr id="529" name="Google Shape;529;p5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Triage Ticket</a:t>
            </a:r>
            <a:endParaRPr/>
          </a:p>
        </p:txBody>
      </p:sp>
      <p:sp>
        <p:nvSpPr>
          <p:cNvPr id="530" name="Google Shape;530;p5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Interview</a:t>
            </a:r>
            <a:endParaRPr/>
          </a:p>
        </p:txBody>
      </p:sp>
      <p:pic>
        <p:nvPicPr>
          <p:cNvPr id="531" name="Google Shape;531;p58" title="homepage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1700499"/>
            <a:ext cx="2620651" cy="112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425" y="1405327"/>
            <a:ext cx="2656761" cy="171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59" title="results-ticket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963" y="0"/>
            <a:ext cx="253546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59" title="results-ticket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2375" y="688111"/>
            <a:ext cx="2535451" cy="3767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Nation Integration</a:t>
            </a:r>
            <a:endParaRPr/>
          </a:p>
        </p:txBody>
      </p:sp>
      <p:sp>
        <p:nvSpPr>
          <p:cNvPr id="544" name="Google Shape;544;p60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7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Built on HL7 FHIR standards. TriageX connects to NEHR (National Electronic Health Record) simulation to pull chronic health conditions (eg hypertension)</a:t>
            </a:r>
            <a:endParaRPr/>
          </a:p>
        </p:txBody>
      </p:sp>
      <p:sp>
        <p:nvSpPr>
          <p:cNvPr id="545" name="Google Shape;545;p60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allows mock profiles to be swapped for OIDC Singpass login for secure patient verification</a:t>
            </a:r>
            <a:endParaRPr/>
          </a:p>
        </p:txBody>
      </p:sp>
      <p:sp>
        <p:nvSpPr>
          <p:cNvPr id="546" name="Google Shape;546;p60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FHIR Interoperability</a:t>
            </a:r>
            <a:endParaRPr/>
          </a:p>
        </p:txBody>
      </p:sp>
      <p:sp>
        <p:nvSpPr>
          <p:cNvPr id="547" name="Google Shape;547;p60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HealthHub Ready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>
            <a:spLocks noGrp="1"/>
          </p:cNvSpPr>
          <p:nvPr>
            <p:ph type="title" idx="7"/>
          </p:nvPr>
        </p:nvSpPr>
        <p:spPr>
          <a:xfrm>
            <a:off x="6318050" y="491100"/>
            <a:ext cx="2444700" cy="581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AI Models</a:t>
            </a:r>
            <a:endParaRPr/>
          </a:p>
        </p:txBody>
      </p:sp>
      <p:sp>
        <p:nvSpPr>
          <p:cNvPr id="553" name="Google Shape;553;p61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 mins normal triage time</a:t>
            </a:r>
            <a:endParaRPr sz="1200"/>
          </a:p>
        </p:txBody>
      </p:sp>
      <p:sp>
        <p:nvSpPr>
          <p:cNvPr id="554" name="Google Shape;554;p61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2444700" cy="581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45s Average Triage Time</a:t>
            </a:r>
            <a:endParaRPr/>
          </a:p>
        </p:txBody>
      </p:sp>
      <p:sp>
        <p:nvSpPr>
          <p:cNvPr id="555" name="Google Shape;555;p61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16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Impact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&amp;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Metrics</a:t>
            </a:r>
            <a:endParaRPr sz="3000"/>
          </a:p>
        </p:txBody>
      </p:sp>
      <p:sp>
        <p:nvSpPr>
          <p:cNvPr id="556" name="Google Shape;556;p61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cross-validating</a:t>
            </a:r>
            <a:endParaRPr sz="1200"/>
          </a:p>
        </p:txBody>
      </p:sp>
      <p:sp>
        <p:nvSpPr>
          <p:cNvPr id="557" name="Google Shape;557;p61"/>
          <p:cNvSpPr txBox="1">
            <a:spLocks noGrp="1"/>
          </p:cNvSpPr>
          <p:nvPr>
            <p:ph type="title" idx="13"/>
          </p:nvPr>
        </p:nvSpPr>
        <p:spPr>
          <a:xfrm>
            <a:off x="6318050" y="2655750"/>
            <a:ext cx="2444700" cy="581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24/7 Autonomous Operation</a:t>
            </a:r>
            <a:endParaRPr/>
          </a:p>
        </p:txBody>
      </p:sp>
      <p:sp>
        <p:nvSpPr>
          <p:cNvPr id="558" name="Google Shape;558;p61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1"/>
          <p:cNvSpPr txBox="1">
            <a:spLocks noGrp="1"/>
          </p:cNvSpPr>
          <p:nvPr>
            <p:ph type="title" idx="16"/>
          </p:nvPr>
        </p:nvSpPr>
        <p:spPr>
          <a:xfrm>
            <a:off x="3379125" y="2655750"/>
            <a:ext cx="2444700" cy="581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 Safety Protocol Compliance</a:t>
            </a:r>
            <a:endParaRPr/>
          </a:p>
        </p:txBody>
      </p:sp>
      <p:sp>
        <p:nvSpPr>
          <p:cNvPr id="560" name="Google Shape;560;p61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adoreblvnk</a:t>
            </a:r>
            <a:r>
              <a:rPr lang="en"/>
              <a:t> 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driedwater</a:t>
            </a:r>
            <a:r>
              <a:rPr lang="en"/>
              <a:t> 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u="sng">
                <a:solidFill>
                  <a:schemeClr val="accent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Zayne Lee</a:t>
            </a:r>
            <a:endParaRPr>
              <a:solidFill>
                <a:schemeClr val="accent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Repo: </a:t>
            </a:r>
            <a:r>
              <a:rPr lang="en" u="sng">
                <a:solidFill>
                  <a:schemeClr val="accent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https://github.com/adoreblvnk/triageX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Website: </a:t>
            </a:r>
            <a:r>
              <a:rPr lang="en" u="sng">
                <a:solidFill>
                  <a:schemeClr val="accent6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https://triagex.vercel.app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6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TriageX</a:t>
            </a:r>
            <a:endParaRPr/>
          </a:p>
        </p:txBody>
      </p:sp>
      <p:sp>
        <p:nvSpPr>
          <p:cNvPr id="567" name="Google Shape;567;p6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of autonomous triage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QnA</a:t>
            </a:r>
            <a:endParaRPr/>
          </a:p>
        </p:txBody>
      </p:sp>
      <p:sp>
        <p:nvSpPr>
          <p:cNvPr id="573" name="Google Shape;573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patients can abuse this P1 / P2 status to see doctor faster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TriageX handles the subjective data (eg how patients feel), not objective data (temp, etc). We can use the same </a:t>
            </a:r>
            <a:r>
              <a:rPr lang="en" b="1"/>
              <a:t>cross-validation algorithm</a:t>
            </a:r>
            <a:r>
              <a:rPr lang="en"/>
              <a:t> to verify the acuity score. Of course, rate of accuracy can always be improved, but this is something the entire industry faces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will AI understand Singlish?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we are using SOTA ElevenLabs models (Scribe &amp; Multilingual). For increased accuracy, we can train language models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IMDA National Speech Corpus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doctors already have access to NEHR, why is this necessary?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yes, but clicking thru 10 tabs of history in NEHR isn't exactly fast, &amp; having the nurse manually type triage notes isn't fast either. We use </a:t>
            </a:r>
            <a:r>
              <a:rPr lang="en" b="1"/>
              <a:t>Structured Output</a:t>
            </a:r>
            <a:r>
              <a:rPr lang="en"/>
              <a:t> to return data in a consistent parsable format to integrate with existing systems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could AI exaggerate symptoms?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we use a Multi-Agent Ensemble </a:t>
            </a:r>
            <a:r>
              <a:rPr lang="en" u="sng">
                <a:solidFill>
                  <a:schemeClr val="hlink"/>
                </a:solidFill>
                <a:hlinkClick r:id="rId4"/>
              </a:rPr>
              <a:t>arXiv Paper</a:t>
            </a:r>
            <a:r>
              <a:rPr lang="en"/>
              <a:t>  with a consensus algorithm for increased accuracy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QnA</a:t>
            </a:r>
            <a:endParaRPr/>
          </a:p>
        </p:txBody>
      </p:sp>
      <p:sp>
        <p:nvSpPr>
          <p:cNvPr id="579" name="Google Shape;579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if a patient is breathless, how can they speak to TriageX?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A: if patient is visibly injured, nurses already send them past triage to the doctors. </a:t>
            </a:r>
            <a:r>
              <a:rPr lang="en" b="1"/>
              <a:t>No change</a:t>
            </a:r>
            <a:r>
              <a:rPr lang="en"/>
              <a:t> to the current triage system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does this replace nurses?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no, nurses still validate the output with objective data (temp, etc) &amp; physically assist patients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Q: polyclinics already have a cap for walk-ins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yes, but having </a:t>
            </a:r>
            <a:r>
              <a:rPr lang="en" b="1"/>
              <a:t>patients spend less time in triage</a:t>
            </a:r>
            <a:r>
              <a:rPr lang="en"/>
              <a:t> stage is always better especially with an aging population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On-screen Show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Urbanist SemiBold</vt:lpstr>
      <vt:lpstr>Arial</vt:lpstr>
      <vt:lpstr>Urbanist</vt:lpstr>
      <vt:lpstr>Urbanist Medium</vt:lpstr>
      <vt:lpstr>Simple Light</vt:lpstr>
      <vt:lpstr>Dark Particles</vt:lpstr>
      <vt:lpstr>TriageX</vt:lpstr>
      <vt:lpstr>The "3-Hour" Bottleneck</vt:lpstr>
      <vt:lpstr>Meet TriageX</vt:lpstr>
      <vt:lpstr>PowerPoint Presentation</vt:lpstr>
      <vt:lpstr>Why 3 models are safer than 1  Models used: Gemini 2.5 GPT-OSS Llama 4</vt:lpstr>
      <vt:lpstr>User Journey</vt:lpstr>
      <vt:lpstr>PowerPoint Presentation</vt:lpstr>
      <vt:lpstr>Smart Nation Integration</vt:lpstr>
      <vt:lpstr>3 AI Models</vt:lpstr>
      <vt:lpstr>TriageX</vt:lpstr>
      <vt:lpstr>QnA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adoreblvnk</cp:lastModifiedBy>
  <cp:revision>1</cp:revision>
  <dcterms:modified xsi:type="dcterms:W3CDTF">2025-12-12T05:07:37Z</dcterms:modified>
</cp:coreProperties>
</file>