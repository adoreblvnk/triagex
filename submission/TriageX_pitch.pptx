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8" r:id="rId4"/>
    <p:sldMasterId id="214748369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embeddedFontLst>
    <p:embeddedFont>
      <p:font typeface="Urbanist Medium"/>
      <p:regular r:id="rId17"/>
      <p:bold r:id="rId18"/>
      <p:italic r:id="rId19"/>
      <p:boldItalic r:id="rId20"/>
    </p:embeddedFont>
    <p:embeddedFont>
      <p:font typeface="Urbanist SemiBold"/>
      <p:regular r:id="rId21"/>
      <p:bold r:id="rId22"/>
      <p:italic r:id="rId23"/>
      <p:boldItalic r:id="rId24"/>
    </p:embeddedFont>
    <p:embeddedFont>
      <p:font typeface="Urbanist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UrbanistMedium-boldItalic.fntdata"/><Relationship Id="rId22" Type="http://schemas.openxmlformats.org/officeDocument/2006/relationships/font" Target="fonts/UrbanistSemiBold-bold.fntdata"/><Relationship Id="rId21" Type="http://schemas.openxmlformats.org/officeDocument/2006/relationships/font" Target="fonts/UrbanistSemiBold-regular.fntdata"/><Relationship Id="rId24" Type="http://schemas.openxmlformats.org/officeDocument/2006/relationships/font" Target="fonts/UrbanistSemiBold-boldItalic.fntdata"/><Relationship Id="rId23" Type="http://schemas.openxmlformats.org/officeDocument/2006/relationships/font" Target="fonts/UrbanistSemiBold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Urbanist-bold.fntdata"/><Relationship Id="rId25" Type="http://schemas.openxmlformats.org/officeDocument/2006/relationships/font" Target="fonts/Urbanist-regular.fntdata"/><Relationship Id="rId28" Type="http://schemas.openxmlformats.org/officeDocument/2006/relationships/font" Target="fonts/Urbanist-boldItalic.fntdata"/><Relationship Id="rId27" Type="http://schemas.openxmlformats.org/officeDocument/2006/relationships/font" Target="fonts/Urbanist-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UrbanistMedium-regular.fntdata"/><Relationship Id="rId16" Type="http://schemas.openxmlformats.org/officeDocument/2006/relationships/slide" Target="slides/slide10.xml"/><Relationship Id="rId19" Type="http://schemas.openxmlformats.org/officeDocument/2006/relationships/font" Target="fonts/UrbanistMedium-italic.fntdata"/><Relationship Id="rId18" Type="http://schemas.openxmlformats.org/officeDocument/2006/relationships/font" Target="fonts/UrbanistMedium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a60cfcf1ca_0_9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g3a60cfcf1ca_0_9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3a60cfcf1ca_0_9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7" name="Google Shape;487;g3a60cfcf1ca_0_9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3a60cfcf1ca_0_9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3a60cfcf1ca_0_9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a60cfcf1ca_0_10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3a60cfcf1ca_0_10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NOTES: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tech stack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g3a60cfcf1ca_0_10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8" name="Google Shape;518;g3a60cfcf1ca_0_10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g3a60cfcf1ca_0_10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4" name="Google Shape;524;g3a60cfcf1ca_0_10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a60cfcf1ca_0_10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3a60cfcf1ca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3a60cfcf1ca_0_10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3a60cfcf1ca_0_10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a60cfcf1ca_0_10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g3a60cfcf1ca_0_10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3a60cfcf1ca_0_1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3" name="Google Shape;563;g3a60cfcf1ca_0_1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14"/>
          <p:cNvPicPr preferRelativeResize="0"/>
          <p:nvPr/>
        </p:nvPicPr>
        <p:blipFill rotWithShape="1">
          <a:blip r:embed="rId2">
            <a:alphaModFix amt="50000"/>
          </a:blip>
          <a:srcRect b="8145" l="3133" r="7834" t="16785"/>
          <a:stretch/>
        </p:blipFill>
        <p:spPr>
          <a:xfrm flipH="1" rot="10800000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4"/>
          <p:cNvSpPr/>
          <p:nvPr/>
        </p:nvSpPr>
        <p:spPr>
          <a:xfrm flipH="1" rot="10800000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" name="Google Shape;57;p14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8" name="Google Shape;58;p14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0" name="Google Shape;60;p14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1" name="Google Shape;61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" name="Google Shape;62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64" name="Google Shape;64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5" name="Google Shape;65;p14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6" name="Google Shape;66;p14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71" name="Google Shape;71;p15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2" name="Google Shape;72;p15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4" name="Google Shape;74;p15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5" name="Google Shape;75;p1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77" name="Google Shape;77;p1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0" name="Google Shape;80;p16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1" name="Google Shape;81;p16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2" name="Google Shape;82;p16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3" name="Google Shape;83;p16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4" name="Google Shape;84;p1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86" name="Google Shape;86;p1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7" name="Google Shape;87;p16"/>
          <p:cNvSpPr txBox="1"/>
          <p:nvPr>
            <p:ph idx="5" type="subTitle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8" name="Google Shape;88;p16"/>
          <p:cNvSpPr txBox="1"/>
          <p:nvPr>
            <p:ph idx="6" type="subTitle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9" name="Google Shape;89;p16"/>
          <p:cNvSpPr txBox="1"/>
          <p:nvPr>
            <p:ph idx="7" type="subTitle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0" name="Google Shape;90;p16"/>
          <p:cNvSpPr txBox="1"/>
          <p:nvPr>
            <p:ph idx="8" type="body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91" name="Google Shape;91;p16"/>
          <p:cNvSpPr txBox="1"/>
          <p:nvPr>
            <p:ph idx="9" type="body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92" name="Google Shape;92;p16"/>
          <p:cNvSpPr txBox="1"/>
          <p:nvPr>
            <p:ph idx="13" type="body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95" name="Google Shape;95;p17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96" name="Google Shape;96;p17"/>
          <p:cNvSpPr txBox="1"/>
          <p:nvPr>
            <p:ph idx="3" type="title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97" name="Google Shape;97;p17"/>
          <p:cNvSpPr txBox="1"/>
          <p:nvPr>
            <p:ph idx="1" type="body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98" name="Google Shape;98;p17"/>
          <p:cNvSpPr txBox="1"/>
          <p:nvPr>
            <p:ph idx="4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9" name="Google Shape;99;p17"/>
          <p:cNvSpPr txBox="1"/>
          <p:nvPr>
            <p:ph idx="5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0" name="Google Shape;100;p17"/>
          <p:cNvSpPr txBox="1"/>
          <p:nvPr>
            <p:ph idx="6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1" name="Google Shape;101;p1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2" name="Google Shape;102;p1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103" name="Google Shape;103;p17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6" name="Google Shape;106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9" name="Google Shape;109;p18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18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8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p18"/>
          <p:cNvSpPr txBox="1"/>
          <p:nvPr>
            <p:ph idx="1" type="body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13" name="Google Shape;113;p18"/>
          <p:cNvSpPr txBox="1"/>
          <p:nvPr>
            <p:ph idx="5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4" name="Google Shape;114;p18"/>
          <p:cNvSpPr txBox="1"/>
          <p:nvPr>
            <p:ph idx="6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5" name="Google Shape;115;p18"/>
          <p:cNvSpPr txBox="1"/>
          <p:nvPr>
            <p:ph idx="7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6" name="Google Shape;116;p1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7" name="Google Shape;117;p1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8" name="Google Shape;118;p18"/>
          <p:cNvSpPr txBox="1"/>
          <p:nvPr>
            <p:ph idx="8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19" name="Google Shape;119;p1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9"/>
          <p:cNvPicPr preferRelativeResize="0"/>
          <p:nvPr/>
        </p:nvPicPr>
        <p:blipFill rotWithShape="1">
          <a:blip r:embed="rId2">
            <a:alphaModFix amt="60000"/>
          </a:blip>
          <a:srcRect b="14588" l="0" r="15469" t="0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9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3" name="Google Shape;123;p19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4" name="Google Shape;124;p19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5" name="Google Shape;125;p19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26" name="Google Shape;126;p1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7" name="Google Shape;127;p19"/>
          <p:cNvSpPr txBox="1"/>
          <p:nvPr>
            <p:ph idx="4" type="subTitle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28" name="Google Shape;128;p19"/>
          <p:cNvSpPr txBox="1"/>
          <p:nvPr>
            <p:ph idx="5" type="subTitle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29" name="Google Shape;129;p19"/>
          <p:cNvSpPr txBox="1"/>
          <p:nvPr>
            <p:ph idx="6" type="subTitle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0" name="Google Shape;130;p19"/>
          <p:cNvSpPr txBox="1"/>
          <p:nvPr>
            <p:ph idx="7" type="subTitle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1" name="Google Shape;131;p19"/>
          <p:cNvSpPr txBox="1"/>
          <p:nvPr>
            <p:ph idx="8" type="subTitle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2" name="Google Shape;132;p19"/>
          <p:cNvSpPr txBox="1"/>
          <p:nvPr>
            <p:ph idx="9" type="subTitle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3" name="Google Shape;133;p19"/>
          <p:cNvSpPr txBox="1"/>
          <p:nvPr>
            <p:ph idx="13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4" name="Google Shape;134;p19"/>
          <p:cNvSpPr txBox="1"/>
          <p:nvPr>
            <p:ph idx="14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5" name="Google Shape;135;p19"/>
          <p:cNvSpPr txBox="1"/>
          <p:nvPr>
            <p:ph idx="15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6" name="Google Shape;136;p19"/>
          <p:cNvSpPr txBox="1"/>
          <p:nvPr>
            <p:ph idx="16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7" name="Google Shape;137;p19"/>
          <p:cNvSpPr txBox="1"/>
          <p:nvPr>
            <p:ph idx="17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8" name="Google Shape;138;p19"/>
          <p:cNvSpPr txBox="1"/>
          <p:nvPr>
            <p:ph idx="18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9" name="Google Shape;139;p1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0" name="Google Shape;140;p1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0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43" name="Google Shape;143;p20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44" name="Google Shape;144;p20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5" name="Google Shape;145;p20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6" name="Google Shape;146;p20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7" name="Google Shape;147;p20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48" name="Google Shape;148;p20"/>
          <p:cNvSpPr txBox="1"/>
          <p:nvPr>
            <p:ph idx="6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49" name="Google Shape;149;p20"/>
          <p:cNvSpPr/>
          <p:nvPr>
            <p:ph idx="7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50" name="Google Shape;150;p20"/>
          <p:cNvSpPr txBox="1"/>
          <p:nvPr>
            <p:ph idx="8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51" name="Google Shape;151;p20"/>
          <p:cNvSpPr txBox="1"/>
          <p:nvPr>
            <p:ph idx="9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52" name="Google Shape;152;p20"/>
          <p:cNvSpPr/>
          <p:nvPr>
            <p:ph idx="13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53" name="Google Shape;153;p20"/>
          <p:cNvSpPr txBox="1"/>
          <p:nvPr>
            <p:ph idx="14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54" name="Google Shape;154;p20"/>
          <p:cNvSpPr txBox="1"/>
          <p:nvPr>
            <p:ph idx="15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55" name="Google Shape;155;p20"/>
          <p:cNvSpPr/>
          <p:nvPr>
            <p:ph idx="16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56" name="Google Shape;156;p20"/>
          <p:cNvSpPr txBox="1"/>
          <p:nvPr>
            <p:ph idx="17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57" name="Google Shape;157;p20"/>
          <p:cNvSpPr txBox="1"/>
          <p:nvPr>
            <p:ph idx="18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58" name="Google Shape;158;p20"/>
          <p:cNvSpPr/>
          <p:nvPr>
            <p:ph idx="19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59" name="Google Shape;159;p20"/>
          <p:cNvSpPr txBox="1"/>
          <p:nvPr>
            <p:ph idx="20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60" name="Google Shape;160;p20"/>
          <p:cNvSpPr txBox="1"/>
          <p:nvPr>
            <p:ph idx="21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61" name="Google Shape;161;p20"/>
          <p:cNvSpPr/>
          <p:nvPr>
            <p:ph idx="22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62" name="Google Shape;162;p20"/>
          <p:cNvSpPr txBox="1"/>
          <p:nvPr>
            <p:ph idx="23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63" name="Google Shape;163;p20"/>
          <p:cNvSpPr txBox="1"/>
          <p:nvPr>
            <p:ph idx="24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cxnSp>
        <p:nvCxnSpPr>
          <p:cNvPr id="164" name="Google Shape;164;p2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5" name="Google Shape;165;p2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6" name="Google Shape;166;p2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1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21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170" name="Google Shape;170;p21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1" name="Google Shape;171;p21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2" name="Google Shape;172;p21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3" name="Google Shape;173;p21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74" name="Google Shape;174;p2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5" name="Google Shape;175;p2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6" name="Google Shape;176;p2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2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9" name="Google Shape;179;p22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80" name="Google Shape;180;p22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grpSp>
        <p:nvGrpSpPr>
          <p:cNvPr id="181" name="Google Shape;181;p22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82" name="Google Shape;182;p22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83" name="Google Shape;183;p22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84" name="Google Shape;184;p22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85" name="Google Shape;185;p22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186" name="Google Shape;186;p22"/>
          <p:cNvSpPr/>
          <p:nvPr>
            <p:ph idx="4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87" name="Google Shape;187;p22"/>
          <p:cNvSpPr txBox="1"/>
          <p:nvPr>
            <p:ph idx="5" type="subTitle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8" name="Google Shape;188;p22"/>
          <p:cNvSpPr txBox="1"/>
          <p:nvPr>
            <p:ph idx="6" type="subTitle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9" name="Google Shape;189;p22"/>
          <p:cNvSpPr txBox="1"/>
          <p:nvPr>
            <p:ph idx="7" type="body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90" name="Google Shape;190;p22"/>
          <p:cNvSpPr/>
          <p:nvPr>
            <p:ph idx="8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91" name="Google Shape;191;p22"/>
          <p:cNvSpPr txBox="1"/>
          <p:nvPr>
            <p:ph idx="9" type="subTitle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2" name="Google Shape;192;p22"/>
          <p:cNvSpPr txBox="1"/>
          <p:nvPr>
            <p:ph idx="13" type="subTitle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3" name="Google Shape;193;p22"/>
          <p:cNvSpPr txBox="1"/>
          <p:nvPr>
            <p:ph idx="14" type="body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94" name="Google Shape;194;p22"/>
          <p:cNvSpPr/>
          <p:nvPr>
            <p:ph idx="15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95" name="Google Shape;195;p22"/>
          <p:cNvSpPr txBox="1"/>
          <p:nvPr>
            <p:ph idx="16" type="subTitle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6" name="Google Shape;196;p22"/>
          <p:cNvSpPr txBox="1"/>
          <p:nvPr>
            <p:ph idx="17" type="subTitle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7" name="Google Shape;197;p22"/>
          <p:cNvSpPr txBox="1"/>
          <p:nvPr>
            <p:ph idx="18" type="body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98" name="Google Shape;198;p22"/>
          <p:cNvSpPr/>
          <p:nvPr>
            <p:ph idx="19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99" name="Google Shape;199;p22"/>
          <p:cNvSpPr txBox="1"/>
          <p:nvPr>
            <p:ph idx="20" type="subTitle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00" name="Google Shape;200;p22"/>
          <p:cNvSpPr txBox="1"/>
          <p:nvPr>
            <p:ph idx="21" type="subTitle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01" name="Google Shape;201;p22"/>
          <p:cNvSpPr txBox="1"/>
          <p:nvPr>
            <p:ph idx="22" type="body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cxnSp>
        <p:nvCxnSpPr>
          <p:cNvPr id="202" name="Google Shape;202;p2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3" name="Google Shape;203;p2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4" name="Google Shape;204;p2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val black shapes against a shadowy background. " id="206" name="Google Shape;206;p23"/>
          <p:cNvPicPr preferRelativeResize="0"/>
          <p:nvPr/>
        </p:nvPicPr>
        <p:blipFill rotWithShape="1">
          <a:blip r:embed="rId2">
            <a:alphaModFix/>
          </a:blip>
          <a:srcRect b="42245" l="17240" r="25038" t="34"/>
          <a:stretch/>
        </p:blipFill>
        <p:spPr>
          <a:xfrm>
            <a:off x="0" y="-289"/>
            <a:ext cx="9144000" cy="514410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07" name="Google Shape;207;p23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08" name="Google Shape;208;p2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9" name="Google Shape;209;p2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10" name="Google Shape;210;p2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11" name="Google Shape;211;p23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212" name="Google Shape;212;p2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3" name="Google Shape;213;p23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4" name="Google Shape;214;p23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5" name="Google Shape;215;p2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6" name="Google Shape;216;p2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4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219" name="Google Shape;219;p24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220" name="Google Shape;220;p24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1" name="Google Shape;221;p24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2" name="Google Shape;222;p24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3" name="Google Shape;223;p24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4" name="Google Shape;224;p24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cxnSp>
        <p:nvCxnSpPr>
          <p:cNvPr id="225" name="Google Shape;225;p2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6" name="Google Shape;226;p2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7" name="Google Shape;227;p2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5"/>
          <p:cNvSpPr txBox="1"/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0" name="Google Shape;230;p25"/>
          <p:cNvSpPr txBox="1"/>
          <p:nvPr>
            <p:ph idx="1" type="subTitle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1" name="Google Shape;231;p25"/>
          <p:cNvSpPr txBox="1"/>
          <p:nvPr>
            <p:ph idx="2" type="subTitle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2" name="Google Shape;232;p25"/>
          <p:cNvSpPr txBox="1"/>
          <p:nvPr>
            <p:ph idx="3" type="title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3" name="Google Shape;233;p25"/>
          <p:cNvSpPr txBox="1"/>
          <p:nvPr>
            <p:ph idx="4" type="subTitle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4" name="Google Shape;234;p25"/>
          <p:cNvSpPr txBox="1"/>
          <p:nvPr>
            <p:ph idx="5" type="subTitle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5" name="Google Shape;235;p25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6" name="Google Shape;236;p25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7" name="Google Shape;237;p25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8" name="Google Shape;238;p25"/>
          <p:cNvSpPr txBox="1"/>
          <p:nvPr>
            <p:ph idx="9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39" name="Google Shape;239;p25"/>
          <p:cNvSpPr txBox="1"/>
          <p:nvPr>
            <p:ph idx="1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0" name="Google Shape;240;p25"/>
          <p:cNvSpPr txBox="1"/>
          <p:nvPr>
            <p:ph idx="1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41" name="Google Shape;241;p2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42" name="Google Shape;242;p25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243" name="Google Shape;243;p25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44" name="Google Shape;244;p25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45" name="Google Shape;245;p2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6" name="Google Shape;246;p2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6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249" name="Google Shape;249;p26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0" name="Google Shape;250;p26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1" name="Google Shape;251;p26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52" name="Google Shape;252;p2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3" name="Google Shape;253;p26"/>
          <p:cNvSpPr txBox="1"/>
          <p:nvPr>
            <p:ph idx="4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54" name="Google Shape;254;p26"/>
          <p:cNvSpPr txBox="1"/>
          <p:nvPr>
            <p:ph idx="5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55" name="Google Shape;255;p26"/>
          <p:cNvSpPr txBox="1"/>
          <p:nvPr>
            <p:ph idx="6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56" name="Google Shape;256;p26"/>
          <p:cNvSpPr txBox="1"/>
          <p:nvPr>
            <p:ph idx="7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57" name="Google Shape;257;p26"/>
          <p:cNvSpPr txBox="1"/>
          <p:nvPr>
            <p:ph idx="8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58" name="Google Shape;258;p26"/>
          <p:cNvSpPr txBox="1"/>
          <p:nvPr>
            <p:ph idx="9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59" name="Google Shape;259;p26"/>
          <p:cNvSpPr txBox="1"/>
          <p:nvPr>
            <p:ph idx="13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60" name="Google Shape;260;p26"/>
          <p:cNvSpPr txBox="1"/>
          <p:nvPr>
            <p:ph idx="14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1" name="Google Shape;261;p26"/>
          <p:cNvSpPr txBox="1"/>
          <p:nvPr>
            <p:ph idx="15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2" name="Google Shape;262;p26"/>
          <p:cNvSpPr txBox="1"/>
          <p:nvPr>
            <p:ph idx="16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63" name="Google Shape;263;p26"/>
          <p:cNvSpPr txBox="1"/>
          <p:nvPr>
            <p:ph idx="17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4" name="Google Shape;264;p26"/>
          <p:cNvSpPr txBox="1"/>
          <p:nvPr>
            <p:ph idx="18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5" name="Google Shape;265;p2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6" name="Google Shape;266;p2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27"/>
          <p:cNvPicPr preferRelativeResize="0"/>
          <p:nvPr/>
        </p:nvPicPr>
        <p:blipFill rotWithShape="1">
          <a:blip r:embed="rId2">
            <a:alphaModFix/>
          </a:blip>
          <a:srcRect b="14588" l="0" r="15469" t="0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9" name="Google Shape;269;p2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0" name="Google Shape;270;p2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1" name="Google Shape;271;p2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2" name="Google Shape;272;p2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3" name="Google Shape;273;p27"/>
          <p:cNvSpPr txBox="1"/>
          <p:nvPr>
            <p:ph idx="4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4" name="Google Shape;274;p27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75" name="Google Shape;275;p27"/>
          <p:cNvSpPr txBox="1"/>
          <p:nvPr>
            <p:ph idx="5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6" name="Google Shape;276;p27"/>
          <p:cNvSpPr txBox="1"/>
          <p:nvPr>
            <p:ph idx="6" type="body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77" name="Google Shape;277;p27"/>
          <p:cNvSpPr txBox="1"/>
          <p:nvPr>
            <p:ph idx="7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78" name="Google Shape;278;p27"/>
          <p:cNvSpPr txBox="1"/>
          <p:nvPr>
            <p:ph idx="8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9" name="Google Shape;279;p27"/>
          <p:cNvSpPr txBox="1"/>
          <p:nvPr>
            <p:ph idx="9" type="body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80" name="Google Shape;280;p27"/>
          <p:cNvSpPr txBox="1"/>
          <p:nvPr>
            <p:ph idx="13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81" name="Google Shape;281;p27"/>
          <p:cNvSpPr txBox="1"/>
          <p:nvPr>
            <p:ph idx="14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2" name="Google Shape;282;p27"/>
          <p:cNvSpPr txBox="1"/>
          <p:nvPr>
            <p:ph idx="15" type="body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83" name="Google Shape;283;p27"/>
          <p:cNvSpPr txBox="1"/>
          <p:nvPr>
            <p:ph idx="16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84" name="Google Shape;284;p27"/>
          <p:cNvSpPr txBox="1"/>
          <p:nvPr>
            <p:ph idx="17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5" name="Google Shape;285;p27"/>
          <p:cNvSpPr txBox="1"/>
          <p:nvPr>
            <p:ph idx="18" type="body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86" name="Google Shape;286;p27"/>
          <p:cNvSpPr txBox="1"/>
          <p:nvPr>
            <p:ph idx="1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87" name="Google Shape;287;p2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8" name="Google Shape;288;p2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8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91" name="Google Shape;291;p28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2" name="Google Shape;292;p28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4" name="Google Shape;294;p28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95" name="Google Shape;295;p2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6" name="Google Shape;296;p28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97" name="Google Shape;297;p28"/>
          <p:cNvSpPr/>
          <p:nvPr>
            <p:ph idx="5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8" name="Google Shape;298;p28"/>
          <p:cNvSpPr txBox="1"/>
          <p:nvPr>
            <p:ph idx="6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99" name="Google Shape;299;p28"/>
          <p:cNvSpPr txBox="1"/>
          <p:nvPr>
            <p:ph idx="7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0" name="Google Shape;300;p28"/>
          <p:cNvSpPr txBox="1"/>
          <p:nvPr>
            <p:ph idx="8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1" name="Google Shape;301;p2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02" name="Google Shape;302;p2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9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5" name="Google Shape;305;p29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6" name="Google Shape;306;p29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307" name="Google Shape;307;p2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8" name="Google Shape;308;p29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09" name="Google Shape;309;p29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0" name="Google Shape;310;p29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1" name="Google Shape;311;p29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2" name="Google Shape;312;p29"/>
          <p:cNvSpPr/>
          <p:nvPr>
            <p:ph idx="4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p29"/>
          <p:cNvSpPr txBox="1"/>
          <p:nvPr>
            <p:ph idx="5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14" name="Google Shape;314;p29"/>
          <p:cNvSpPr txBox="1"/>
          <p:nvPr>
            <p:ph idx="6" type="body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15" name="Google Shape;315;p29"/>
          <p:cNvSpPr txBox="1"/>
          <p:nvPr>
            <p:ph idx="7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16" name="Google Shape;316;p29"/>
          <p:cNvSpPr txBox="1"/>
          <p:nvPr>
            <p:ph idx="8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317" name="Google Shape;317;p29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8" name="Google Shape;318;p29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19" name="Google Shape;319;p29"/>
          <p:cNvSpPr txBox="1"/>
          <p:nvPr>
            <p:ph idx="9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0" name="Google Shape;320;p29"/>
          <p:cNvSpPr txBox="1"/>
          <p:nvPr>
            <p:ph idx="13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21" name="Google Shape;321;p29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2" name="Google Shape;322;p29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3" name="Google Shape;323;p29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4" name="Google Shape;324;p29"/>
          <p:cNvSpPr txBox="1"/>
          <p:nvPr>
            <p:ph idx="14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5" name="Google Shape;325;p29"/>
          <p:cNvSpPr txBox="1"/>
          <p:nvPr>
            <p:ph idx="15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6" name="Google Shape;326;p29"/>
          <p:cNvSpPr txBox="1"/>
          <p:nvPr>
            <p:ph idx="16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7" name="Google Shape;327;p29"/>
          <p:cNvSpPr txBox="1"/>
          <p:nvPr>
            <p:ph idx="17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8" name="Google Shape;328;p29"/>
          <p:cNvSpPr txBox="1"/>
          <p:nvPr>
            <p:ph idx="18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9" name="Google Shape;329;p29"/>
          <p:cNvSpPr txBox="1"/>
          <p:nvPr>
            <p:ph idx="19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0" name="Google Shape;330;p29"/>
          <p:cNvSpPr txBox="1"/>
          <p:nvPr>
            <p:ph idx="20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31" name="Google Shape;331;p2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32" name="Google Shape;332;p2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0"/>
          <p:cNvSpPr txBox="1"/>
          <p:nvPr>
            <p:ph idx="1" type="body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335" name="Google Shape;335;p30"/>
          <p:cNvSpPr txBox="1"/>
          <p:nvPr>
            <p:ph idx="2" type="body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36" name="Google Shape;336;p30"/>
          <p:cNvSpPr txBox="1"/>
          <p:nvPr>
            <p:ph idx="3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37" name="Google Shape;337;p30"/>
          <p:cNvSpPr txBox="1"/>
          <p:nvPr>
            <p:ph idx="4" type="body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38" name="Google Shape;338;p30"/>
          <p:cNvSpPr txBox="1"/>
          <p:nvPr>
            <p:ph idx="5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9" name="Google Shape;339;p30"/>
          <p:cNvSpPr txBox="1"/>
          <p:nvPr>
            <p:ph idx="6" type="body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40" name="Google Shape;340;p30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41" name="Google Shape;341;p30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42" name="Google Shape;342;p30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343" name="Google Shape;343;p3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4" name="Google Shape;344;p30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45" name="Google Shape;345;p30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46" name="Google Shape;346;p30"/>
          <p:cNvSpPr txBox="1"/>
          <p:nvPr>
            <p:ph idx="1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47" name="Google Shape;347;p30"/>
          <p:cNvSpPr txBox="1"/>
          <p:nvPr>
            <p:ph idx="1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48" name="Google Shape;348;p30"/>
          <p:cNvSpPr txBox="1"/>
          <p:nvPr>
            <p:ph idx="1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49" name="Google Shape;349;p30"/>
          <p:cNvSpPr txBox="1"/>
          <p:nvPr>
            <p:ph idx="1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0" name="Google Shape;350;p30"/>
          <p:cNvSpPr txBox="1"/>
          <p:nvPr>
            <p:ph idx="1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51" name="Google Shape;351;p30"/>
          <p:cNvSpPr txBox="1"/>
          <p:nvPr>
            <p:ph idx="1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52" name="Google Shape;352;p30"/>
          <p:cNvSpPr txBox="1"/>
          <p:nvPr>
            <p:ph idx="20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53" name="Google Shape;353;p30"/>
          <p:cNvSpPr txBox="1"/>
          <p:nvPr>
            <p:ph idx="21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54" name="Google Shape;354;p30"/>
          <p:cNvSpPr txBox="1"/>
          <p:nvPr>
            <p:ph idx="22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55" name="Google Shape;355;p30"/>
          <p:cNvSpPr txBox="1"/>
          <p:nvPr>
            <p:ph idx="23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56" name="Google Shape;356;p30"/>
          <p:cNvSpPr txBox="1"/>
          <p:nvPr>
            <p:ph idx="24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57" name="Google Shape;357;p30"/>
          <p:cNvSpPr txBox="1"/>
          <p:nvPr>
            <p:ph idx="25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58" name="Google Shape;358;p30"/>
          <p:cNvSpPr txBox="1"/>
          <p:nvPr>
            <p:ph idx="26" type="body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59" name="Google Shape;359;p3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60" name="Google Shape;360;p3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1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63" name="Google Shape;363;p31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64" name="Google Shape;364;p31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365" name="Google Shape;365;p3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66" name="Google Shape;366;p3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67" name="Google Shape;367;p3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68" name="Google Shape;368;p31"/>
          <p:cNvSpPr txBox="1"/>
          <p:nvPr>
            <p:ph idx="4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9" name="Google Shape;369;p31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70" name="Google Shape;370;p31"/>
          <p:cNvSpPr txBox="1"/>
          <p:nvPr>
            <p:ph idx="5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1" name="Google Shape;371;p31"/>
          <p:cNvSpPr txBox="1"/>
          <p:nvPr>
            <p:ph idx="6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72" name="Google Shape;372;p31"/>
          <p:cNvSpPr txBox="1"/>
          <p:nvPr>
            <p:ph idx="7" type="title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/>
        </p:txBody>
      </p:sp>
      <p:sp>
        <p:nvSpPr>
          <p:cNvPr id="373" name="Google Shape;373;p31"/>
          <p:cNvSpPr txBox="1"/>
          <p:nvPr>
            <p:ph idx="8" type="title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74" name="Google Shape;374;p31"/>
          <p:cNvSpPr txBox="1"/>
          <p:nvPr>
            <p:ph idx="9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75" name="Google Shape;375;p31"/>
          <p:cNvSpPr txBox="1"/>
          <p:nvPr>
            <p:ph idx="13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76" name="Google Shape;376;p31"/>
          <p:cNvSpPr txBox="1"/>
          <p:nvPr>
            <p:ph idx="14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77" name="Google Shape;377;p31"/>
          <p:cNvSpPr txBox="1"/>
          <p:nvPr>
            <p:ph idx="15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3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80" name="Google Shape;380;p3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5" name="Google Shape;385;p3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8" name="Google Shape;388;p3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9" name="Google Shape;389;p3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4" name="Google Shape;394;p3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9" name="Google Shape;399;p3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0" name="Google Shape;400;p3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4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4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05" name="Google Shape;405;p4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43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9" name="Google Shape;409;p43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0" name="Google Shape;410;p43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1" name="Google Shape;411;p43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2" name="Google Shape;412;p43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3" name="Google Shape;413;p43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4" name="Google Shape;414;p43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7" name="Google Shape;417;p44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8" name="Google Shape;418;p44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5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21" name="Google Shape;421;p45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2" name="Google Shape;422;p45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3" name="Google Shape;423;p45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24" name="Google Shape;424;p45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6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7" name="Google Shape;427;p46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8" name="Google Shape;428;p4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29" name="Google Shape;429;p46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0" name="Google Shape;430;p46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1" name="Google Shape;431;p46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2" name="Google Shape;432;p46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47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5" name="Google Shape;435;p47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6" name="Google Shape;436;p47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7" name="Google Shape;437;p47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8" name="Google Shape;438;p47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9" name="Google Shape;439;p47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0" name="Google Shape;440;p47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1" name="Google Shape;441;p47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2" name="Google Shape;442;p47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45" name="Google Shape;445;p48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49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48" name="Google Shape;448;p49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49" name="Google Shape;449;p49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50" name="Google Shape;450;p49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1" name="Google Shape;451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2" name="Google Shape;452;p49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53" name="Google Shape;453;p49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50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6" name="Google Shape;456;p50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57" name="Google Shape;457;p50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58" name="Google Shape;458;p50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9" name="Google Shape;459;p50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60" name="Google Shape;460;p50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61" name="Google Shape;461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62" name="Google Shape;462;p50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63" name="Google Shape;463;p50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64" name="Google Shape;464;p50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51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52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52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52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1" name="Google Shape;471;p52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2" name="Google Shape;472;p52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3" name="Google Shape;473;p52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4" name="Google Shape;474;p52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75" name="Google Shape;475;p52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6" name="Google Shape;476;p52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7" name="Google Shape;477;p52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theme" Target="../theme/theme3.xml"/><Relationship Id="rId20" Type="http://schemas.openxmlformats.org/officeDocument/2006/relationships/slideLayout" Target="../slideLayouts/slideLayout31.xml"/><Relationship Id="rId22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32.xml"/><Relationship Id="rId24" Type="http://schemas.openxmlformats.org/officeDocument/2006/relationships/slideLayout" Target="../slideLayouts/slideLayout35.xml"/><Relationship Id="rId23" Type="http://schemas.openxmlformats.org/officeDocument/2006/relationships/slideLayout" Target="../slideLayouts/slideLayout34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29" Type="http://schemas.openxmlformats.org/officeDocument/2006/relationships/slideLayout" Target="../slideLayouts/slideLayout40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2.xml"/><Relationship Id="rId33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21.xml"/><Relationship Id="rId32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24.xml"/><Relationship Id="rId35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23.xml"/><Relationship Id="rId34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26.xml"/><Relationship Id="rId37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25.xml"/><Relationship Id="rId36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28.xml"/><Relationship Id="rId39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27.xml"/><Relationship Id="rId38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2" type="body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adoreblvnk" TargetMode="External"/><Relationship Id="rId4" Type="http://schemas.openxmlformats.org/officeDocument/2006/relationships/hyperlink" Target="https://github.com/driedwater" TargetMode="External"/><Relationship Id="rId5" Type="http://schemas.openxmlformats.org/officeDocument/2006/relationships/hyperlink" Target="https://github.com/zayn3lee" TargetMode="External"/><Relationship Id="rId6" Type="http://schemas.openxmlformats.org/officeDocument/2006/relationships/hyperlink" Target="https://github.com/adoreblvnk/triageX" TargetMode="External"/><Relationship Id="rId7" Type="http://schemas.openxmlformats.org/officeDocument/2006/relationships/hyperlink" Target="https://triagex.vercel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3"/>
          <p:cNvSpPr txBox="1"/>
          <p:nvPr>
            <p:ph idx="1" type="subTitle"/>
          </p:nvPr>
        </p:nvSpPr>
        <p:spPr>
          <a:xfrm>
            <a:off x="311700" y="2834125"/>
            <a:ext cx="8520600" cy="106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Multi-a</a:t>
            </a:r>
            <a:r>
              <a:rPr lang="en"/>
              <a:t>gent voice-first triage system for Smart Nation Singapore</a:t>
            </a:r>
            <a:endParaRPr/>
          </a:p>
        </p:txBody>
      </p:sp>
      <p:sp>
        <p:nvSpPr>
          <p:cNvPr id="483" name="Google Shape;483;p5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TriageX</a:t>
            </a:r>
            <a:endParaRPr/>
          </a:p>
        </p:txBody>
      </p:sp>
      <p:sp>
        <p:nvSpPr>
          <p:cNvPr id="484" name="Google Shape;484;p53"/>
          <p:cNvSpPr txBox="1"/>
          <p:nvPr/>
        </p:nvSpPr>
        <p:spPr>
          <a:xfrm>
            <a:off x="983700" y="3897325"/>
            <a:ext cx="7176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Team Participation Mark | HackRift 2025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9" name="Google Shape;489;p54" title="polyclinic_rounde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8400" y="573423"/>
            <a:ext cx="6994149" cy="3996651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54"/>
          <p:cNvSpPr/>
          <p:nvPr/>
        </p:nvSpPr>
        <p:spPr>
          <a:xfrm>
            <a:off x="3357450" y="2478850"/>
            <a:ext cx="2523000" cy="695100"/>
          </a:xfrm>
          <a:prstGeom prst="roundRect">
            <a:avLst>
              <a:gd fmla="val 16667" name="adj"/>
            </a:avLst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91" name="Google Shape;491;p54"/>
          <p:cNvSpPr/>
          <p:nvPr/>
        </p:nvSpPr>
        <p:spPr>
          <a:xfrm>
            <a:off x="6212275" y="1377675"/>
            <a:ext cx="2899800" cy="472800"/>
          </a:xfrm>
          <a:prstGeom prst="roundRect">
            <a:avLst>
              <a:gd fmla="val 16667" name="adj"/>
            </a:avLst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92" name="Google Shape;492;p54"/>
          <p:cNvSpPr/>
          <p:nvPr/>
        </p:nvSpPr>
        <p:spPr>
          <a:xfrm>
            <a:off x="6253575" y="2385200"/>
            <a:ext cx="2790000" cy="599700"/>
          </a:xfrm>
          <a:prstGeom prst="roundRect">
            <a:avLst>
              <a:gd fmla="val 16667" name="adj"/>
            </a:avLst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93" name="Google Shape;493;p54"/>
          <p:cNvSpPr/>
          <p:nvPr/>
        </p:nvSpPr>
        <p:spPr>
          <a:xfrm>
            <a:off x="228600" y="2478850"/>
            <a:ext cx="2364600" cy="904500"/>
          </a:xfrm>
          <a:prstGeom prst="roundRect">
            <a:avLst>
              <a:gd fmla="val 16667" name="adj"/>
            </a:avLst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94" name="Google Shape;494;p54"/>
          <p:cNvSpPr/>
          <p:nvPr/>
        </p:nvSpPr>
        <p:spPr>
          <a:xfrm>
            <a:off x="70350" y="1408000"/>
            <a:ext cx="2192100" cy="695100"/>
          </a:xfrm>
          <a:prstGeom prst="roundRect">
            <a:avLst>
              <a:gd fmla="val 16667" name="adj"/>
            </a:avLst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95" name="Google Shape;495;p5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Fragmentation</a:t>
            </a:r>
            <a:endParaRPr/>
          </a:p>
        </p:txBody>
      </p:sp>
      <p:sp>
        <p:nvSpPr>
          <p:cNvPr id="496" name="Google Shape;496;p54"/>
          <p:cNvSpPr txBox="1"/>
          <p:nvPr>
            <p:ph idx="1" type="body"/>
          </p:nvPr>
        </p:nvSpPr>
        <p:spPr>
          <a:xfrm>
            <a:off x="483175" y="2417500"/>
            <a:ext cx="2455500" cy="100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Average wait times </a:t>
            </a:r>
            <a:r>
              <a:rPr b="1" lang="en"/>
              <a:t>exceed 3 hours</a:t>
            </a:r>
            <a:r>
              <a:rPr lang="en"/>
              <a:t>. An aging population is straining our finite healthcare resources</a:t>
            </a:r>
            <a:endParaRPr/>
          </a:p>
        </p:txBody>
      </p:sp>
      <p:sp>
        <p:nvSpPr>
          <p:cNvPr id="497" name="Google Shape;497;p5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Highly trained nurses spend 1000s of hours on manual data entry instead of patient care</a:t>
            </a:r>
            <a:endParaRPr/>
          </a:p>
        </p:txBody>
      </p:sp>
      <p:sp>
        <p:nvSpPr>
          <p:cNvPr id="498" name="Google Shape;498;p54"/>
          <p:cNvSpPr/>
          <p:nvPr/>
        </p:nvSpPr>
        <p:spPr>
          <a:xfrm>
            <a:off x="228600" y="511675"/>
            <a:ext cx="4423800" cy="634800"/>
          </a:xfrm>
          <a:prstGeom prst="roundRect">
            <a:avLst>
              <a:gd fmla="val 16667" name="adj"/>
            </a:avLst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99" name="Google Shape;499;p5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"3-Hour" Bottleneck</a:t>
            </a:r>
            <a:endParaRPr/>
          </a:p>
        </p:txBody>
      </p:sp>
      <p:sp>
        <p:nvSpPr>
          <p:cNvPr id="500" name="Google Shape;500;p5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Overwhelmed Polyclinics</a:t>
            </a:r>
            <a:endParaRPr/>
          </a:p>
        </p:txBody>
      </p:sp>
      <p:sp>
        <p:nvSpPr>
          <p:cNvPr id="501" name="Google Shape;501;p54"/>
          <p:cNvSpPr/>
          <p:nvPr/>
        </p:nvSpPr>
        <p:spPr>
          <a:xfrm>
            <a:off x="3401363" y="1377675"/>
            <a:ext cx="1813800" cy="409500"/>
          </a:xfrm>
          <a:prstGeom prst="roundRect">
            <a:avLst>
              <a:gd fmla="val 16667" name="adj"/>
            </a:avLst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02" name="Google Shape;502;p5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Drain</a:t>
            </a:r>
            <a:endParaRPr/>
          </a:p>
        </p:txBody>
      </p:sp>
      <p:sp>
        <p:nvSpPr>
          <p:cNvPr id="503" name="Google Shape;503;p5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Doctors lack </a:t>
            </a:r>
            <a:r>
              <a:rPr b="1" lang="en"/>
              <a:t>immediate</a:t>
            </a:r>
            <a:r>
              <a:rPr lang="en"/>
              <a:t> context until consultation actually begins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8" name="Google Shape;508;p55" title="homepag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96095" y="1138050"/>
            <a:ext cx="6536229" cy="3545675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 TriageX</a:t>
            </a:r>
            <a:endParaRPr/>
          </a:p>
        </p:txBody>
      </p:sp>
      <p:sp>
        <p:nvSpPr>
          <p:cNvPr id="510" name="Google Shape;510;p55"/>
          <p:cNvSpPr txBox="1"/>
          <p:nvPr>
            <p:ph idx="1" type="body"/>
          </p:nvPr>
        </p:nvSpPr>
        <p:spPr>
          <a:xfrm>
            <a:off x="311700" y="1152475"/>
            <a:ext cx="3615300" cy="258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/>
              <a:t>An autonomous, voice-first kiosk that interviews patients </a:t>
            </a:r>
            <a:r>
              <a:rPr i="1" lang="en"/>
              <a:t>while</a:t>
            </a:r>
            <a:r>
              <a:rPr lang="en"/>
              <a:t> they wait.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/>
              <a:t>Accessible:</a:t>
            </a:r>
            <a:r>
              <a:rPr lang="en"/>
              <a:t> No typing required, just speak naturally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/>
              <a:t>Integrated:</a:t>
            </a:r>
            <a:r>
              <a:rPr lang="en"/>
              <a:t> Simulates NRIC scanning to pull FHIR (Fast Healthcare Interoperability Resources) medical records instantly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5" name="Google Shape;515;p56" title="Screenshot 2025-12-10 at 20-38-23 TriageX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78200"/>
            <a:ext cx="8839196" cy="4387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57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3 models are safer than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Models used: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en" sz="2000"/>
              <a:t>Gemini 2.5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en" sz="2000"/>
              <a:t>GPT-OSS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en" sz="2000"/>
              <a:t>Llama 4</a:t>
            </a:r>
            <a:endParaRPr sz="2000"/>
          </a:p>
        </p:txBody>
      </p:sp>
      <p:pic>
        <p:nvPicPr>
          <p:cNvPr id="521" name="Google Shape;521;p57" title="carbon1_rounde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92100" y="2235825"/>
            <a:ext cx="4723299" cy="2304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Google Shape;526;p58" title="results-ticket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05225" y="-12"/>
            <a:ext cx="2620650" cy="3414175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User Journey</a:t>
            </a:r>
            <a:endParaRPr/>
          </a:p>
        </p:txBody>
      </p:sp>
      <p:sp>
        <p:nvSpPr>
          <p:cNvPr id="528" name="Google Shape;528;p5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Profile Retrieval</a:t>
            </a:r>
            <a:endParaRPr/>
          </a:p>
        </p:txBody>
      </p:sp>
      <p:sp>
        <p:nvSpPr>
          <p:cNvPr id="529" name="Google Shape;529;p5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Triage Ticket</a:t>
            </a:r>
            <a:endParaRPr/>
          </a:p>
        </p:txBody>
      </p:sp>
      <p:sp>
        <p:nvSpPr>
          <p:cNvPr id="530" name="Google Shape;530;p5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Voice Interview</a:t>
            </a:r>
            <a:endParaRPr/>
          </a:p>
        </p:txBody>
      </p:sp>
      <p:pic>
        <p:nvPicPr>
          <p:cNvPr id="531" name="Google Shape;531;p58" title="homepage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25" y="1700499"/>
            <a:ext cx="2620651" cy="11287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2" name="Google Shape;532;p5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40425" y="1405327"/>
            <a:ext cx="2656761" cy="17190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7" name="Google Shape;537;p59" title="results-ticket(2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5963" y="0"/>
            <a:ext cx="2535469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8" name="Google Shape;538;p59" title="results-ticket(3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2375" y="688111"/>
            <a:ext cx="2535451" cy="37672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60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 Nation Integration</a:t>
            </a:r>
            <a:endParaRPr/>
          </a:p>
        </p:txBody>
      </p:sp>
      <p:sp>
        <p:nvSpPr>
          <p:cNvPr id="544" name="Google Shape;544;p60"/>
          <p:cNvSpPr txBox="1"/>
          <p:nvPr>
            <p:ph idx="1" type="body"/>
          </p:nvPr>
        </p:nvSpPr>
        <p:spPr>
          <a:xfrm>
            <a:off x="483150" y="2237788"/>
            <a:ext cx="3619800" cy="79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Built on HL7 FHIR standards. TriageX connects to NEHR (National Electronic Health Record) simulation to pull chronic health conditions (eg hypertension)</a:t>
            </a:r>
            <a:endParaRPr/>
          </a:p>
        </p:txBody>
      </p:sp>
      <p:sp>
        <p:nvSpPr>
          <p:cNvPr id="545" name="Google Shape;545;p60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Architecture allows mock profiles to be swapped for OIDC Singpass login for secure patient </a:t>
            </a:r>
            <a:r>
              <a:rPr lang="en"/>
              <a:t>verification</a:t>
            </a:r>
            <a:endParaRPr/>
          </a:p>
        </p:txBody>
      </p:sp>
      <p:sp>
        <p:nvSpPr>
          <p:cNvPr id="546" name="Google Shape;546;p60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FHIR Interoperability</a:t>
            </a:r>
            <a:endParaRPr/>
          </a:p>
        </p:txBody>
      </p:sp>
      <p:sp>
        <p:nvSpPr>
          <p:cNvPr id="547" name="Google Shape;547;p60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HealthHub Ready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61"/>
          <p:cNvSpPr txBox="1"/>
          <p:nvPr>
            <p:ph idx="7" type="title"/>
          </p:nvPr>
        </p:nvSpPr>
        <p:spPr>
          <a:xfrm>
            <a:off x="6318050" y="491100"/>
            <a:ext cx="2444700" cy="581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 AI Models</a:t>
            </a:r>
            <a:endParaRPr/>
          </a:p>
        </p:txBody>
      </p:sp>
      <p:sp>
        <p:nvSpPr>
          <p:cNvPr id="553" name="Google Shape;553;p61"/>
          <p:cNvSpPr txBox="1"/>
          <p:nvPr>
            <p:ph idx="6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10 mins normal triage time</a:t>
            </a:r>
            <a:endParaRPr sz="1200"/>
          </a:p>
        </p:txBody>
      </p:sp>
      <p:sp>
        <p:nvSpPr>
          <p:cNvPr id="554" name="Google Shape;554;p61"/>
          <p:cNvSpPr txBox="1"/>
          <p:nvPr>
            <p:ph idx="4" type="title"/>
          </p:nvPr>
        </p:nvSpPr>
        <p:spPr>
          <a:xfrm>
            <a:off x="3379125" y="491100"/>
            <a:ext cx="2444700" cy="581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45s Average Triage Time</a:t>
            </a:r>
            <a:endParaRPr/>
          </a:p>
        </p:txBody>
      </p:sp>
      <p:sp>
        <p:nvSpPr>
          <p:cNvPr id="555" name="Google Shape;555;p61"/>
          <p:cNvSpPr txBox="1"/>
          <p:nvPr>
            <p:ph type="title"/>
          </p:nvPr>
        </p:nvSpPr>
        <p:spPr>
          <a:xfrm>
            <a:off x="233850" y="228600"/>
            <a:ext cx="2190000" cy="166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Impact</a:t>
            </a:r>
            <a:endParaRPr sz="3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&amp;</a:t>
            </a:r>
            <a:endParaRPr sz="3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Metrics</a:t>
            </a:r>
            <a:endParaRPr sz="3000"/>
          </a:p>
        </p:txBody>
      </p:sp>
      <p:sp>
        <p:nvSpPr>
          <p:cNvPr id="556" name="Google Shape;556;p61"/>
          <p:cNvSpPr txBox="1"/>
          <p:nvPr>
            <p:ph idx="9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For cross-validating</a:t>
            </a:r>
            <a:endParaRPr sz="1200"/>
          </a:p>
        </p:txBody>
      </p:sp>
      <p:sp>
        <p:nvSpPr>
          <p:cNvPr id="557" name="Google Shape;557;p61"/>
          <p:cNvSpPr txBox="1"/>
          <p:nvPr>
            <p:ph idx="13" type="title"/>
          </p:nvPr>
        </p:nvSpPr>
        <p:spPr>
          <a:xfrm>
            <a:off x="6318050" y="2655750"/>
            <a:ext cx="2444700" cy="581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24/7 Autonomous Operation</a:t>
            </a:r>
            <a:endParaRPr/>
          </a:p>
        </p:txBody>
      </p:sp>
      <p:sp>
        <p:nvSpPr>
          <p:cNvPr id="558" name="Google Shape;558;p61"/>
          <p:cNvSpPr txBox="1"/>
          <p:nvPr>
            <p:ph idx="15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61"/>
          <p:cNvSpPr txBox="1"/>
          <p:nvPr>
            <p:ph idx="16" type="title"/>
          </p:nvPr>
        </p:nvSpPr>
        <p:spPr>
          <a:xfrm>
            <a:off x="3379125" y="2655750"/>
            <a:ext cx="2444700" cy="581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100% Safety Protocol Compliance</a:t>
            </a:r>
            <a:endParaRPr/>
          </a:p>
        </p:txBody>
      </p:sp>
      <p:sp>
        <p:nvSpPr>
          <p:cNvPr id="560" name="Google Shape;560;p61"/>
          <p:cNvSpPr txBox="1"/>
          <p:nvPr>
            <p:ph idx="18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4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6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Team: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 u="sng">
                <a:solidFill>
                  <a:schemeClr val="accent6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adoreblvnk</a:t>
            </a:r>
            <a:r>
              <a:rPr lang="en"/>
              <a:t> 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 u="sng">
                <a:solidFill>
                  <a:schemeClr val="accent6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driedwater</a:t>
            </a:r>
            <a:r>
              <a:rPr lang="en"/>
              <a:t> 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 u="sng">
                <a:solidFill>
                  <a:schemeClr val="accent6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Zayne Lee</a:t>
            </a:r>
            <a:endParaRPr>
              <a:solidFill>
                <a:schemeClr val="accent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Repo: </a:t>
            </a:r>
            <a:r>
              <a:rPr lang="en" u="sng">
                <a:solidFill>
                  <a:schemeClr val="accent6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https://github.com/adoreblvnk/triageX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Website: </a:t>
            </a:r>
            <a:r>
              <a:rPr lang="en" u="sng">
                <a:solidFill>
                  <a:schemeClr val="accent6"/>
                </a:solidFill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https://triagex.vercel.app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6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TriageX</a:t>
            </a:r>
            <a:endParaRPr/>
          </a:p>
        </p:txBody>
      </p:sp>
      <p:sp>
        <p:nvSpPr>
          <p:cNvPr id="567" name="Google Shape;567;p6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future of autonomous triage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